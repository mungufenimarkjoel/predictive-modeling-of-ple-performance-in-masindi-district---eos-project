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OEL" initials="M" lastIdx="1" clrIdx="0">
    <p:extLst>
      <p:ext uri="{19B8F6BF-5375-455C-9EA6-DF929625EA0E}">
        <p15:presenceInfo xmlns:p15="http://schemas.microsoft.com/office/powerpoint/2012/main" userId="MARKO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6T10:25:17.942" idx="1">
    <p:pos x="10" y="10"/>
    <p:text>XGBoost was the best performer overall
➡️ Tuned Random Forest was very strong as well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CF3E-8C58-D3D5-3E96-554B0C159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F919E-3147-EA83-0724-8AF071DC7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6B1A-11BE-F3D0-27C1-F289D361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27F5-DFF1-AD68-18AB-E4D2E2E3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79B7-FBEE-3636-4EAF-F9EF5400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1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08F2-48BC-CEB2-6EEE-59FB3838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CD5B2-9E9C-D2D6-D231-F24727186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E7D5B-A468-F34B-8AB1-2F9A35BB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2E8A6-C462-A09F-EA0A-E886C2CC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88C1-8F9D-A910-3662-77695DF9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6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360E-11B6-9B03-3F6A-0DEB53C3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5C877-B1B3-EF2C-9CCF-CD8A31C37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CEDF9-46EE-87E8-F56D-163E03EB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CF829-7AC1-7F33-53D9-9769FFBD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8F9B5-E80B-68A5-5190-ED973DA2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9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A539-94BF-1015-EED8-81E4DF81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1EB0-A0A6-9514-BB57-19F407F21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74A1D-81EC-613B-560B-74F0945FC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E50BD-1E03-ED06-FDFA-10826ADA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B78CF-0DC1-EEEE-7839-A9971462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A49CF-CF91-DBCF-7AD2-6B4F26C6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2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B8C1-FCF0-A1B0-BF10-C0E7F6DC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EC7C1-0185-C3D9-E3DF-8C0D6AE9B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33057-F080-323F-61B4-EFE1406B9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027DD1-3DE2-7B44-174C-37A8CD439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C145D9-EB0B-551A-C6F3-18C698BD4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656EE-CD50-3CB3-C026-9D50688B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53449-AB82-C133-1F52-ECD1F82C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3E75F-8BF7-EDCF-9C6B-C4118659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8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E162-184C-19C8-4595-A68F024A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46D5BE-4D0F-3AD0-8510-1FE3601A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6E122-AAFB-586C-BF3E-6C3926E5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E3FFA-E5CC-6D0A-53B6-049A223F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1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0B85D-89CB-0C1F-A9F0-8B0A5927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72373-DF34-EDE5-A95A-0CDA2A1A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C95F4-705D-B500-BC5B-DECE5012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BCB2-AAB3-7067-79F9-BB654DC3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173D-FD63-BFF5-6754-CAC76B7F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B6540-1295-C5EF-85C6-C63A5501C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A51D5-4119-6A06-A7E3-956FBF1A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E72E5-952A-9BBB-2AE4-C98B3C99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7118B-CCF7-A8C6-E615-8F7385BB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4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ACF6-CB9B-17EA-F610-4B5CEB92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2C159-1F9F-1190-32A7-5731FB692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C4874-56FA-2F8D-FFC9-AF73FE5B0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14F99-A09F-6C20-1FBA-9DF83D2C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C9F7A-203E-FB23-34EC-8DDF0B18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5989F-0369-5CAD-D4E8-ED9AFDBA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412E-D342-12C1-9F58-B7B655B8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1219A-DF1C-4F7A-C2AB-7F6589B45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4180D-EDCD-3EB2-1F6D-EDA4E497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5E04-09D3-E659-4038-E7A96878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65785-7345-5D05-B5F9-A6B051BE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5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A75FB-53D8-BE73-1E79-9829C1845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FD995-981C-3358-4905-C6690620F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EA5C7-29A9-C968-9E95-FA0433EB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A2646-6BA9-BC83-D8B6-A53B079C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BF75-975E-09D6-D27A-604CAE24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2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A603C-DC90-4142-DFC2-21CB01A0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A9179-FC96-7C52-F102-280DE895B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B32AC-175A-6265-AB00-2E1203459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B7A2F-F15B-4B63-8E37-8AEBC9C8C24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A46B-0C8F-4934-7F3C-C0A8DFCE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A0D0C-0C57-DF89-05A6-BCFF29D19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46F8A-8087-4073-9CF8-CAF21D8BC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1120-382C-8690-5231-6A3E1C0B7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PLE Performance in Masindi District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55B27-BF5F-87F4-6F4B-3B78505DD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Regression Model</a:t>
            </a:r>
          </a:p>
          <a:p>
            <a:r>
              <a:rPr lang="en-US" dirty="0"/>
              <a:t>By </a:t>
            </a:r>
          </a:p>
          <a:p>
            <a:r>
              <a:rPr lang="en-US" dirty="0" err="1"/>
              <a:t>Mungufeni</a:t>
            </a:r>
            <a:r>
              <a:rPr lang="en-US" dirty="0"/>
              <a:t> Mark Joel</a:t>
            </a:r>
          </a:p>
        </p:txBody>
      </p:sp>
    </p:spTree>
    <p:extLst>
      <p:ext uri="{BB962C8B-B14F-4D97-AF65-F5344CB8AC3E}">
        <p14:creationId xmlns:p14="http://schemas.microsoft.com/office/powerpoint/2010/main" val="349276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3AC6-4ABB-F83A-F8B0-447EA59F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5B64-8451-BBA5-56F8-4ED04E3DE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 performance is a key indicator of educational quality.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Masindi District has fluctuating performance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Use machine learning to predict school-level PLE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modelling Division performance &amp; Weighted Aggregates.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8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D3E2-11F7-EE0E-0C78-FC8258E8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D3D31-6BFE-B881-A1CD-B86B52E6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Div1–Div4 performance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school info → ownership, gender, location, year.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Target Variable: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Aggregate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performance using historical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09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E29E-C1C3-CF58-A9B0-15D169EF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23EB-F431-1994-5319-1140B12AD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redundant ID fields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DistrictID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missing values where required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Div1, Div2, Div3, Div4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Candidates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Aggregate Score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(target)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6782-8BF4-4021-B75A-EF92A6A3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A2705F-BADA-23E4-BE7B-79C8B7E7E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314773"/>
              </p:ext>
            </p:extLst>
          </p:nvPr>
        </p:nvGraphicFramePr>
        <p:xfrm>
          <a:off x="838200" y="290401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72827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2932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90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6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&amp; Lasso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Regularized Baselines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8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Regressor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267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Regressor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Boosted Trees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2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(BEST)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&amp; Tuned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9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3955-1804-3898-9DDB-EC3F645E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4A6C81-14C6-8851-FA1B-BFE2705A4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456870"/>
              </p:ext>
            </p:extLst>
          </p:nvPr>
        </p:nvGraphicFramePr>
        <p:xfrm>
          <a:off x="838200" y="3269774"/>
          <a:ext cx="8412480" cy="2499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1764544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70723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82185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5067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59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Baseline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1.59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47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Tuned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29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Tuned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247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27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3D67-1030-B8F8-1E7F-CF691628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4C31-1C63-6703-E499-4E605F7EE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Influential Predictors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Div1 schools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high-achieving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Div4 dominance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decline signal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3DDC2B-669F-BC44-7C8B-59EB11C7B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520482"/>
              </p:ext>
            </p:extLst>
          </p:nvPr>
        </p:nvGraphicFramePr>
        <p:xfrm>
          <a:off x="838200" y="3452654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199309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3306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Positive (Boosts Performance)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(Weakens Performance)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0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Div1 Count 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Div4 Count ↑ 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630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Div2 Count 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Total Students (sometimes)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833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5B09-2FFE-C0E3-A9B9-53A7D0D6A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Importance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B48A0-4F55-E067-1519-0E867C039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 prediction impact when a feature is shuffled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model-importance, it tests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contribution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occur because: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= model structure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importance = prediction reliance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Div1 has highest positive effect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Div4 increases predicted aggregate → Low performance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Location influence moderate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Gender &amp; ownership had minimal effect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00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929A-DC25-DF43-4917-6879D06A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F72C9D6-D663-817A-B538-F0A06E55F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— Why Model Predicts the Way It Does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Div1 shifts predictions DOWN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(better scores)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Div4 shifts predictions UP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(weaker outcomes)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shows strength of influence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— Explain One School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Force Plot justifies individual predictions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pushes score up or down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transparency in decision-making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2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8A8F-B95A-2257-992E-029340F6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 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0CF5-A94F-C418-1756-731E726E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prediction at a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top factors influencing 1 school’s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district-level review &amp; reporting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 SHAP = Global + Local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 LIME = Deep interpretation for one instance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7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3AC4-606F-6015-8C4B-AA05C8E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71D8D-77E8-42B0-4B27-95237AF34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Div1 + Div2 increases → Represents good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Div3/Div4 ratios → Early warning for school decline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influences outcomes but not as strongly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&amp; gender → Least useful predictor variables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27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2CFA-8432-E1B2-6697-B5F1F2CE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E6C1E-3AD9-1E73-4EAE-6B4BFB345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843547"/>
              </p:ext>
            </p:extLst>
          </p:nvPr>
        </p:nvGraphicFramePr>
        <p:xfrm>
          <a:off x="838200" y="3086894"/>
          <a:ext cx="10515600" cy="3444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914036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537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2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Div4-heavy schools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outcomes 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26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Div1–Div2 changes yearly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performance shifts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5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ML dashboard for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Evidence-based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59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Gather more student-level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predictive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477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89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448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Predicting PLE Performance in Masindi District</vt:lpstr>
      <vt:lpstr>Background</vt:lpstr>
      <vt:lpstr>Dataset Overview</vt:lpstr>
      <vt:lpstr>Data Preprocessing</vt:lpstr>
      <vt:lpstr>Models Trained</vt:lpstr>
      <vt:lpstr>Model Performance Summary</vt:lpstr>
      <vt:lpstr>Feature Importance Findings</vt:lpstr>
      <vt:lpstr>Permutation Importance Summary</vt:lpstr>
      <vt:lpstr>SHAP Explainability</vt:lpstr>
      <vt:lpstr>LIME Explainability</vt:lpstr>
      <vt:lpstr>Key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MARKOEL</dc:creator>
  <cp:lastModifiedBy>MARKOEL</cp:lastModifiedBy>
  <cp:revision>1</cp:revision>
  <dcterms:created xsi:type="dcterms:W3CDTF">2025-11-26T07:26:42Z</dcterms:created>
  <dcterms:modified xsi:type="dcterms:W3CDTF">2025-11-26T07:42:56Z</dcterms:modified>
</cp:coreProperties>
</file>